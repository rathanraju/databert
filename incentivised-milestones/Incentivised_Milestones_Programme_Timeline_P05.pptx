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92" r:id="rId1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  <p15:guide id="5" orient="horz" pos="5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7D"/>
    <a:srgbClr val="000000"/>
    <a:srgbClr val="F3F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 autoAdjust="0"/>
    <p:restoredTop sz="95249" autoAdjust="0"/>
  </p:normalViewPr>
  <p:slideViewPr>
    <p:cSldViewPr snapToGrid="0" showGuides="1">
      <p:cViewPr varScale="1">
        <p:scale>
          <a:sx n="40" d="100"/>
          <a:sy n="40" d="100"/>
        </p:scale>
        <p:origin x="1256" y="56"/>
      </p:cViewPr>
      <p:guideLst>
        <p:guide orient="horz" pos="3240"/>
        <p:guide pos="5760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Butler" userId="3aa89bda-1334-40dd-9e39-6ec32eb3568c" providerId="ADAL" clId="{FC2A659F-3653-42A3-8584-04C5AC7D92C0}"/>
    <pc:docChg chg="custSel addSld delSld modSld sldOrd">
      <pc:chgData name="Paul Butler" userId="3aa89bda-1334-40dd-9e39-6ec32eb3568c" providerId="ADAL" clId="{FC2A659F-3653-42A3-8584-04C5AC7D92C0}" dt="2024-12-06T16:23:48.714" v="269" actId="478"/>
      <pc:docMkLst>
        <pc:docMk/>
      </pc:docMkLst>
      <pc:sldChg chg="del">
        <pc:chgData name="Paul Butler" userId="3aa89bda-1334-40dd-9e39-6ec32eb3568c" providerId="ADAL" clId="{FC2A659F-3653-42A3-8584-04C5AC7D92C0}" dt="2024-12-06T16:14:48.755" v="1" actId="47"/>
        <pc:sldMkLst>
          <pc:docMk/>
          <pc:sldMk cId="0" sldId="264"/>
        </pc:sldMkLst>
      </pc:sldChg>
      <pc:sldChg chg="addSp delSp modSp mod ord">
        <pc:chgData name="Paul Butler" userId="3aa89bda-1334-40dd-9e39-6ec32eb3568c" providerId="ADAL" clId="{FC2A659F-3653-42A3-8584-04C5AC7D92C0}" dt="2024-12-06T16:20:59.674" v="227" actId="20577"/>
        <pc:sldMkLst>
          <pc:docMk/>
          <pc:sldMk cId="0" sldId="265"/>
        </pc:sldMkLst>
        <pc:spChg chg="add del mod">
          <ac:chgData name="Paul Butler" userId="3aa89bda-1334-40dd-9e39-6ec32eb3568c" providerId="ADAL" clId="{FC2A659F-3653-42A3-8584-04C5AC7D92C0}" dt="2024-12-06T16:14:56.259" v="3" actId="478"/>
          <ac:spMkLst>
            <pc:docMk/>
            <pc:sldMk cId="0" sldId="265"/>
            <ac:spMk id="4" creationId="{0E9D37D8-9A1D-B649-927A-54EA3A15C110}"/>
          </ac:spMkLst>
        </pc:spChg>
        <pc:spChg chg="mod">
          <ac:chgData name="Paul Butler" userId="3aa89bda-1334-40dd-9e39-6ec32eb3568c" providerId="ADAL" clId="{FC2A659F-3653-42A3-8584-04C5AC7D92C0}" dt="2024-12-06T16:17:41.308" v="85" actId="20577"/>
          <ac:spMkLst>
            <pc:docMk/>
            <pc:sldMk cId="0" sldId="265"/>
            <ac:spMk id="18" creationId="{25709552-058C-4BB7-839B-DCFBB965D734}"/>
          </ac:spMkLst>
        </pc:spChg>
        <pc:spChg chg="mod">
          <ac:chgData name="Paul Butler" userId="3aa89bda-1334-40dd-9e39-6ec32eb3568c" providerId="ADAL" clId="{FC2A659F-3653-42A3-8584-04C5AC7D92C0}" dt="2024-12-06T16:20:59.674" v="227" actId="20577"/>
          <ac:spMkLst>
            <pc:docMk/>
            <pc:sldMk cId="0" sldId="265"/>
            <ac:spMk id="19" creationId="{00331247-73DF-41B5-9DEB-86F0CC854719}"/>
          </ac:spMkLst>
        </pc:spChg>
        <pc:spChg chg="del">
          <ac:chgData name="Paul Butler" userId="3aa89bda-1334-40dd-9e39-6ec32eb3568c" providerId="ADAL" clId="{FC2A659F-3653-42A3-8584-04C5AC7D92C0}" dt="2024-12-06T16:15:03.967" v="4" actId="478"/>
          <ac:spMkLst>
            <pc:docMk/>
            <pc:sldMk cId="0" sldId="265"/>
            <ac:spMk id="23" creationId="{2CB7C838-D421-42E6-A4C2-0023D90452B1}"/>
          </ac:spMkLst>
        </pc:spChg>
        <pc:picChg chg="add del mod">
          <ac:chgData name="Paul Butler" userId="3aa89bda-1334-40dd-9e39-6ec32eb3568c" providerId="ADAL" clId="{FC2A659F-3653-42A3-8584-04C5AC7D92C0}" dt="2024-12-06T16:18:51.794" v="95" actId="478"/>
          <ac:picMkLst>
            <pc:docMk/>
            <pc:sldMk cId="0" sldId="265"/>
            <ac:picMk id="6" creationId="{916BAA29-E0B5-35F1-46EF-94D3B52CEC40}"/>
          </ac:picMkLst>
        </pc:picChg>
        <pc:picChg chg="add mod">
          <ac:chgData name="Paul Butler" userId="3aa89bda-1334-40dd-9e39-6ec32eb3568c" providerId="ADAL" clId="{FC2A659F-3653-42A3-8584-04C5AC7D92C0}" dt="2024-12-06T16:19:36.392" v="99" actId="1076"/>
          <ac:picMkLst>
            <pc:docMk/>
            <pc:sldMk cId="0" sldId="265"/>
            <ac:picMk id="8" creationId="{FAAD1B36-8586-FF79-30A8-49F93D5CAF78}"/>
          </ac:picMkLst>
        </pc:picChg>
        <pc:picChg chg="add mod">
          <ac:chgData name="Paul Butler" userId="3aa89bda-1334-40dd-9e39-6ec32eb3568c" providerId="ADAL" clId="{FC2A659F-3653-42A3-8584-04C5AC7D92C0}" dt="2024-12-06T16:20:13.676" v="103" actId="1076"/>
          <ac:picMkLst>
            <pc:docMk/>
            <pc:sldMk cId="0" sldId="265"/>
            <ac:picMk id="10" creationId="{6A9BFA1E-E009-D5EA-7185-D3EB4A46BD40}"/>
          </ac:picMkLst>
        </pc:picChg>
        <pc:picChg chg="del">
          <ac:chgData name="Paul Butler" userId="3aa89bda-1334-40dd-9e39-6ec32eb3568c" providerId="ADAL" clId="{FC2A659F-3653-42A3-8584-04C5AC7D92C0}" dt="2024-12-06T16:14:54.232" v="2" actId="478"/>
          <ac:picMkLst>
            <pc:docMk/>
            <pc:sldMk cId="0" sldId="265"/>
            <ac:picMk id="22" creationId="{F61D5F44-805A-4322-B2AF-5DF70201C61E}"/>
          </ac:picMkLst>
        </pc:picChg>
      </pc:sldChg>
      <pc:sldChg chg="del">
        <pc:chgData name="Paul Butler" userId="3aa89bda-1334-40dd-9e39-6ec32eb3568c" providerId="ADAL" clId="{FC2A659F-3653-42A3-8584-04C5AC7D92C0}" dt="2024-12-06T16:14:35.838" v="0" actId="47"/>
        <pc:sldMkLst>
          <pc:docMk/>
          <pc:sldMk cId="0" sldId="269"/>
        </pc:sldMkLst>
      </pc:sldChg>
      <pc:sldChg chg="del">
        <pc:chgData name="Paul Butler" userId="3aa89bda-1334-40dd-9e39-6ec32eb3568c" providerId="ADAL" clId="{FC2A659F-3653-42A3-8584-04C5AC7D92C0}" dt="2024-12-06T16:14:35.838" v="0" actId="47"/>
        <pc:sldMkLst>
          <pc:docMk/>
          <pc:sldMk cId="914598989" sldId="271"/>
        </pc:sldMkLst>
      </pc:sldChg>
      <pc:sldChg chg="del">
        <pc:chgData name="Paul Butler" userId="3aa89bda-1334-40dd-9e39-6ec32eb3568c" providerId="ADAL" clId="{FC2A659F-3653-42A3-8584-04C5AC7D92C0}" dt="2024-12-06T16:14:35.838" v="0" actId="47"/>
        <pc:sldMkLst>
          <pc:docMk/>
          <pc:sldMk cId="627141143" sldId="272"/>
        </pc:sldMkLst>
      </pc:sldChg>
      <pc:sldChg chg="del">
        <pc:chgData name="Paul Butler" userId="3aa89bda-1334-40dd-9e39-6ec32eb3568c" providerId="ADAL" clId="{FC2A659F-3653-42A3-8584-04C5AC7D92C0}" dt="2024-12-06T16:14:35.838" v="0" actId="47"/>
        <pc:sldMkLst>
          <pc:docMk/>
          <pc:sldMk cId="1133109679" sldId="273"/>
        </pc:sldMkLst>
      </pc:sldChg>
      <pc:sldChg chg="del">
        <pc:chgData name="Paul Butler" userId="3aa89bda-1334-40dd-9e39-6ec32eb3568c" providerId="ADAL" clId="{FC2A659F-3653-42A3-8584-04C5AC7D92C0}" dt="2024-12-06T16:14:35.838" v="0" actId="47"/>
        <pc:sldMkLst>
          <pc:docMk/>
          <pc:sldMk cId="0" sldId="275"/>
        </pc:sldMkLst>
      </pc:sldChg>
      <pc:sldChg chg="del">
        <pc:chgData name="Paul Butler" userId="3aa89bda-1334-40dd-9e39-6ec32eb3568c" providerId="ADAL" clId="{FC2A659F-3653-42A3-8584-04C5AC7D92C0}" dt="2024-12-06T16:14:35.838" v="0" actId="47"/>
        <pc:sldMkLst>
          <pc:docMk/>
          <pc:sldMk cId="0" sldId="279"/>
        </pc:sldMkLst>
      </pc:sldChg>
      <pc:sldChg chg="del">
        <pc:chgData name="Paul Butler" userId="3aa89bda-1334-40dd-9e39-6ec32eb3568c" providerId="ADAL" clId="{FC2A659F-3653-42A3-8584-04C5AC7D92C0}" dt="2024-12-06T16:14:35.838" v="0" actId="47"/>
        <pc:sldMkLst>
          <pc:docMk/>
          <pc:sldMk cId="0" sldId="281"/>
        </pc:sldMkLst>
      </pc:sldChg>
      <pc:sldChg chg="del">
        <pc:chgData name="Paul Butler" userId="3aa89bda-1334-40dd-9e39-6ec32eb3568c" providerId="ADAL" clId="{FC2A659F-3653-42A3-8584-04C5AC7D92C0}" dt="2024-12-06T16:14:35.838" v="0" actId="47"/>
        <pc:sldMkLst>
          <pc:docMk/>
          <pc:sldMk cId="0" sldId="284"/>
        </pc:sldMkLst>
      </pc:sldChg>
      <pc:sldChg chg="del">
        <pc:chgData name="Paul Butler" userId="3aa89bda-1334-40dd-9e39-6ec32eb3568c" providerId="ADAL" clId="{FC2A659F-3653-42A3-8584-04C5AC7D92C0}" dt="2024-12-06T16:14:35.838" v="0" actId="47"/>
        <pc:sldMkLst>
          <pc:docMk/>
          <pc:sldMk cId="2683361618" sldId="286"/>
        </pc:sldMkLst>
      </pc:sldChg>
      <pc:sldChg chg="addSp delSp modSp add mod">
        <pc:chgData name="Paul Butler" userId="3aa89bda-1334-40dd-9e39-6ec32eb3568c" providerId="ADAL" clId="{FC2A659F-3653-42A3-8584-04C5AC7D92C0}" dt="2024-12-06T16:18:41.706" v="92" actId="478"/>
        <pc:sldMkLst>
          <pc:docMk/>
          <pc:sldMk cId="1445688309" sldId="289"/>
        </pc:sldMkLst>
        <pc:spChg chg="add del mod">
          <ac:chgData name="Paul Butler" userId="3aa89bda-1334-40dd-9e39-6ec32eb3568c" providerId="ADAL" clId="{FC2A659F-3653-42A3-8584-04C5AC7D92C0}" dt="2024-12-06T16:18:41.706" v="92" actId="478"/>
          <ac:spMkLst>
            <pc:docMk/>
            <pc:sldMk cId="1445688309" sldId="289"/>
            <ac:spMk id="4" creationId="{F96D2C05-AE4F-5295-EFBA-8225F54F78B2}"/>
          </ac:spMkLst>
        </pc:spChg>
        <pc:spChg chg="del">
          <ac:chgData name="Paul Butler" userId="3aa89bda-1334-40dd-9e39-6ec32eb3568c" providerId="ADAL" clId="{FC2A659F-3653-42A3-8584-04C5AC7D92C0}" dt="2024-12-06T16:18:39.392" v="91" actId="478"/>
          <ac:spMkLst>
            <pc:docMk/>
            <pc:sldMk cId="1445688309" sldId="289"/>
            <ac:spMk id="19" creationId="{00331247-73DF-41B5-9DEB-86F0CC854719}"/>
          </ac:spMkLst>
        </pc:spChg>
        <pc:picChg chg="mod">
          <ac:chgData name="Paul Butler" userId="3aa89bda-1334-40dd-9e39-6ec32eb3568c" providerId="ADAL" clId="{FC2A659F-3653-42A3-8584-04C5AC7D92C0}" dt="2024-12-06T16:18:19.278" v="90" actId="1076"/>
          <ac:picMkLst>
            <pc:docMk/>
            <pc:sldMk cId="1445688309" sldId="289"/>
            <ac:picMk id="6" creationId="{916BAA29-E0B5-35F1-46EF-94D3B52CEC40}"/>
          </ac:picMkLst>
        </pc:picChg>
      </pc:sldChg>
      <pc:sldChg chg="addSp delSp modSp add mod">
        <pc:chgData name="Paul Butler" userId="3aa89bda-1334-40dd-9e39-6ec32eb3568c" providerId="ADAL" clId="{FC2A659F-3653-42A3-8584-04C5AC7D92C0}" dt="2024-12-06T16:23:48.714" v="269" actId="478"/>
        <pc:sldMkLst>
          <pc:docMk/>
          <pc:sldMk cId="4117555496" sldId="290"/>
        </pc:sldMkLst>
        <pc:spChg chg="add del mod">
          <ac:chgData name="Paul Butler" userId="3aa89bda-1334-40dd-9e39-6ec32eb3568c" providerId="ADAL" clId="{FC2A659F-3653-42A3-8584-04C5AC7D92C0}" dt="2024-12-06T16:23:48.714" v="269" actId="478"/>
          <ac:spMkLst>
            <pc:docMk/>
            <pc:sldMk cId="4117555496" sldId="290"/>
            <ac:spMk id="9" creationId="{082674B6-2EB4-7278-D4AF-005CE56F150F}"/>
          </ac:spMkLst>
        </pc:spChg>
        <pc:spChg chg="mod">
          <ac:chgData name="Paul Butler" userId="3aa89bda-1334-40dd-9e39-6ec32eb3568c" providerId="ADAL" clId="{FC2A659F-3653-42A3-8584-04C5AC7D92C0}" dt="2024-12-06T16:23:24.684" v="267" actId="20577"/>
          <ac:spMkLst>
            <pc:docMk/>
            <pc:sldMk cId="4117555496" sldId="290"/>
            <ac:spMk id="18" creationId="{25709552-058C-4BB7-839B-DCFBB965D734}"/>
          </ac:spMkLst>
        </pc:spChg>
        <pc:spChg chg="del">
          <ac:chgData name="Paul Butler" userId="3aa89bda-1334-40dd-9e39-6ec32eb3568c" providerId="ADAL" clId="{FC2A659F-3653-42A3-8584-04C5AC7D92C0}" dt="2024-12-06T16:23:42.924" v="268" actId="478"/>
          <ac:spMkLst>
            <pc:docMk/>
            <pc:sldMk cId="4117555496" sldId="290"/>
            <ac:spMk id="19" creationId="{00331247-73DF-41B5-9DEB-86F0CC854719}"/>
          </ac:spMkLst>
        </pc:spChg>
        <pc:picChg chg="add mod">
          <ac:chgData name="Paul Butler" userId="3aa89bda-1334-40dd-9e39-6ec32eb3568c" providerId="ADAL" clId="{FC2A659F-3653-42A3-8584-04C5AC7D92C0}" dt="2024-12-06T16:22:06.494" v="234" actId="1076"/>
          <ac:picMkLst>
            <pc:docMk/>
            <pc:sldMk cId="4117555496" sldId="290"/>
            <ac:picMk id="4" creationId="{2F2BA0A3-64C0-0730-0747-D4787D68BA1A}"/>
          </ac:picMkLst>
        </pc:picChg>
        <pc:picChg chg="add mod">
          <ac:chgData name="Paul Butler" userId="3aa89bda-1334-40dd-9e39-6ec32eb3568c" providerId="ADAL" clId="{FC2A659F-3653-42A3-8584-04C5AC7D92C0}" dt="2024-12-06T16:23:08.813" v="242" actId="1076"/>
          <ac:picMkLst>
            <pc:docMk/>
            <pc:sldMk cId="4117555496" sldId="290"/>
            <ac:picMk id="6" creationId="{1C0B72B0-B76D-7F9C-F15B-70C6A6196981}"/>
          </ac:picMkLst>
        </pc:picChg>
        <pc:picChg chg="del">
          <ac:chgData name="Paul Butler" userId="3aa89bda-1334-40dd-9e39-6ec32eb3568c" providerId="ADAL" clId="{FC2A659F-3653-42A3-8584-04C5AC7D92C0}" dt="2024-12-06T16:21:53.323" v="229" actId="478"/>
          <ac:picMkLst>
            <pc:docMk/>
            <pc:sldMk cId="4117555496" sldId="290"/>
            <ac:picMk id="8" creationId="{FAAD1B36-8586-FF79-30A8-49F93D5CAF78}"/>
          </ac:picMkLst>
        </pc:picChg>
        <pc:picChg chg="del">
          <ac:chgData name="Paul Butler" userId="3aa89bda-1334-40dd-9e39-6ec32eb3568c" providerId="ADAL" clId="{FC2A659F-3653-42A3-8584-04C5AC7D92C0}" dt="2024-12-06T16:21:54.928" v="230" actId="478"/>
          <ac:picMkLst>
            <pc:docMk/>
            <pc:sldMk cId="4117555496" sldId="290"/>
            <ac:picMk id="10" creationId="{6A9BFA1E-E009-D5EA-7185-D3EB4A46BD40}"/>
          </ac:picMkLst>
        </pc:picChg>
      </pc:sldChg>
    </pc:docChg>
  </pc:docChgLst>
  <pc:docChgLst>
    <pc:chgData name="Paul Butler" userId="3aa89bda-1334-40dd-9e39-6ec32eb3568c" providerId="ADAL" clId="{CDB7ECFF-F4B2-476E-B7D9-5C75FA9C0C88}"/>
    <pc:docChg chg="modSld">
      <pc:chgData name="Paul Butler" userId="3aa89bda-1334-40dd-9e39-6ec32eb3568c" providerId="ADAL" clId="{CDB7ECFF-F4B2-476E-B7D9-5C75FA9C0C88}" dt="2023-11-07T08:09:48.505" v="0" actId="11529"/>
      <pc:docMkLst>
        <pc:docMk/>
      </pc:docMkLst>
      <pc:sldChg chg="addSp mod">
        <pc:chgData name="Paul Butler" userId="3aa89bda-1334-40dd-9e39-6ec32eb3568c" providerId="ADAL" clId="{CDB7ECFF-F4B2-476E-B7D9-5C75FA9C0C88}" dt="2023-11-07T08:09:48.505" v="0" actId="11529"/>
        <pc:sldMkLst>
          <pc:docMk/>
          <pc:sldMk cId="0" sldId="267"/>
        </pc:sldMkLst>
        <pc:spChg chg="add">
          <ac:chgData name="Paul Butler" userId="3aa89bda-1334-40dd-9e39-6ec32eb3568c" providerId="ADAL" clId="{CDB7ECFF-F4B2-476E-B7D9-5C75FA9C0C88}" dt="2023-11-07T08:09:48.505" v="0" actId="11529"/>
          <ac:spMkLst>
            <pc:docMk/>
            <pc:sldMk cId="0" sldId="267"/>
            <ac:spMk id="3" creationId="{E4FC9F23-96B4-3A09-511A-791EB64DDA7C}"/>
          </ac:spMkLst>
        </pc:spChg>
      </pc:sldChg>
    </pc:docChg>
  </pc:docChgLst>
  <pc:docChgLst>
    <pc:chgData name="Paul Butler" userId="3aa89bda-1334-40dd-9e39-6ec32eb3568c" providerId="ADAL" clId="{04DFFA33-46C8-4342-B902-0627D1D0B61A}"/>
    <pc:docChg chg="undo custSel delSld modSld">
      <pc:chgData name="Paul Butler" userId="3aa89bda-1334-40dd-9e39-6ec32eb3568c" providerId="ADAL" clId="{04DFFA33-46C8-4342-B902-0627D1D0B61A}" dt="2023-12-05T17:39:16.036" v="286" actId="14100"/>
      <pc:docMkLst>
        <pc:docMk/>
      </pc:docMkLst>
      <pc:sldChg chg="del">
        <pc:chgData name="Paul Butler" userId="3aa89bda-1334-40dd-9e39-6ec32eb3568c" providerId="ADAL" clId="{04DFFA33-46C8-4342-B902-0627D1D0B61A}" dt="2023-12-05T16:46:09.726" v="229" actId="2696"/>
        <pc:sldMkLst>
          <pc:docMk/>
          <pc:sldMk cId="0" sldId="263"/>
        </pc:sldMkLst>
      </pc:sldChg>
      <pc:sldChg chg="addSp delSp modSp mod">
        <pc:chgData name="Paul Butler" userId="3aa89bda-1334-40dd-9e39-6ec32eb3568c" providerId="ADAL" clId="{04DFFA33-46C8-4342-B902-0627D1D0B61A}" dt="2023-12-05T17:39:16.036" v="286" actId="14100"/>
        <pc:sldMkLst>
          <pc:docMk/>
          <pc:sldMk cId="0" sldId="264"/>
        </pc:sldMkLst>
        <pc:spChg chg="add del mod">
          <ac:chgData name="Paul Butler" userId="3aa89bda-1334-40dd-9e39-6ec32eb3568c" providerId="ADAL" clId="{04DFFA33-46C8-4342-B902-0627D1D0B61A}" dt="2023-12-05T17:33:36.295" v="241" actId="478"/>
          <ac:spMkLst>
            <pc:docMk/>
            <pc:sldMk cId="0" sldId="264"/>
            <ac:spMk id="7" creationId="{0E6313F2-7789-0DC4-C983-DC426FACE85E}"/>
          </ac:spMkLst>
        </pc:spChg>
        <pc:spChg chg="add mod">
          <ac:chgData name="Paul Butler" userId="3aa89bda-1334-40dd-9e39-6ec32eb3568c" providerId="ADAL" clId="{04DFFA33-46C8-4342-B902-0627D1D0B61A}" dt="2023-12-05T17:36:10.221" v="277" actId="207"/>
          <ac:spMkLst>
            <pc:docMk/>
            <pc:sldMk cId="0" sldId="264"/>
            <ac:spMk id="8" creationId="{37AEB477-A93E-FFCF-EE24-A0670CD6C82F}"/>
          </ac:spMkLst>
        </pc:spChg>
        <pc:spChg chg="add del mod">
          <ac:chgData name="Paul Butler" userId="3aa89bda-1334-40dd-9e39-6ec32eb3568c" providerId="ADAL" clId="{04DFFA33-46C8-4342-B902-0627D1D0B61A}" dt="2023-12-05T17:38:44.766" v="284" actId="478"/>
          <ac:spMkLst>
            <pc:docMk/>
            <pc:sldMk cId="0" sldId="264"/>
            <ac:spMk id="10" creationId="{7DD60195-7A94-1357-EDD1-15C9E6A8E027}"/>
          </ac:spMkLst>
        </pc:spChg>
        <pc:spChg chg="add mod">
          <ac:chgData name="Paul Butler" userId="3aa89bda-1334-40dd-9e39-6ec32eb3568c" providerId="ADAL" clId="{04DFFA33-46C8-4342-B902-0627D1D0B61A}" dt="2023-12-05T17:39:16.036" v="286" actId="14100"/>
          <ac:spMkLst>
            <pc:docMk/>
            <pc:sldMk cId="0" sldId="264"/>
            <ac:spMk id="11" creationId="{318251DA-FBFB-4928-13BA-611F51212BD3}"/>
          </ac:spMkLst>
        </pc:spChg>
        <pc:spChg chg="del mod">
          <ac:chgData name="Paul Butler" userId="3aa89bda-1334-40dd-9e39-6ec32eb3568c" providerId="ADAL" clId="{04DFFA33-46C8-4342-B902-0627D1D0B61A}" dt="2023-12-05T17:38:09.205" v="283" actId="478"/>
          <ac:spMkLst>
            <pc:docMk/>
            <pc:sldMk cId="0" sldId="264"/>
            <ac:spMk id="21" creationId="{85AC3EF8-1E92-4CDD-A359-FEFDC57D61C5}"/>
          </ac:spMkLst>
        </pc:spChg>
        <pc:graphicFrameChg chg="add del mod modGraphic">
          <ac:chgData name="Paul Butler" userId="3aa89bda-1334-40dd-9e39-6ec32eb3568c" providerId="ADAL" clId="{04DFFA33-46C8-4342-B902-0627D1D0B61A}" dt="2023-12-05T17:28:51.257" v="233" actId="478"/>
          <ac:graphicFrameMkLst>
            <pc:docMk/>
            <pc:sldMk cId="0" sldId="264"/>
            <ac:graphicFrameMk id="3" creationId="{478B09B8-AB72-840A-9771-F642F11FAB6E}"/>
          </ac:graphicFrameMkLst>
        </pc:graphicFrameChg>
        <pc:graphicFrameChg chg="add del mod">
          <ac:chgData name="Paul Butler" userId="3aa89bda-1334-40dd-9e39-6ec32eb3568c" providerId="ADAL" clId="{04DFFA33-46C8-4342-B902-0627D1D0B61A}" dt="2023-12-05T17:33:10.052" v="235"/>
          <ac:graphicFrameMkLst>
            <pc:docMk/>
            <pc:sldMk cId="0" sldId="264"/>
            <ac:graphicFrameMk id="4" creationId="{B8FC82AA-5B1A-62F4-2229-2F21CAA4591D}"/>
          </ac:graphicFrameMkLst>
        </pc:graphicFrameChg>
        <pc:graphicFrameChg chg="add mod modGraphic">
          <ac:chgData name="Paul Butler" userId="3aa89bda-1334-40dd-9e39-6ec32eb3568c" providerId="ADAL" clId="{04DFFA33-46C8-4342-B902-0627D1D0B61A}" dt="2023-12-05T17:35:27.689" v="273" actId="1076"/>
          <ac:graphicFrameMkLst>
            <pc:docMk/>
            <pc:sldMk cId="0" sldId="264"/>
            <ac:graphicFrameMk id="5" creationId="{3E69B5A1-C42D-C676-B848-3BCB837412DB}"/>
          </ac:graphicFrameMkLst>
        </pc:graphicFrameChg>
        <pc:picChg chg="del mod">
          <ac:chgData name="Paul Butler" userId="3aa89bda-1334-40dd-9e39-6ec32eb3568c" providerId="ADAL" clId="{04DFFA33-46C8-4342-B902-0627D1D0B61A}" dt="2023-12-05T17:33:21.349" v="239" actId="478"/>
          <ac:picMkLst>
            <pc:docMk/>
            <pc:sldMk cId="0" sldId="264"/>
            <ac:picMk id="24" creationId="{424191AD-DD24-45ED-A5E5-2D081C23AA01}"/>
          </ac:picMkLst>
        </pc:picChg>
      </pc:sldChg>
      <pc:sldChg chg="del">
        <pc:chgData name="Paul Butler" userId="3aa89bda-1334-40dd-9e39-6ec32eb3568c" providerId="ADAL" clId="{04DFFA33-46C8-4342-B902-0627D1D0B61A}" dt="2023-12-05T16:45:37.262" v="227" actId="2696"/>
        <pc:sldMkLst>
          <pc:docMk/>
          <pc:sldMk cId="0" sldId="276"/>
        </pc:sldMkLst>
      </pc:sldChg>
      <pc:sldChg chg="del">
        <pc:chgData name="Paul Butler" userId="3aa89bda-1334-40dd-9e39-6ec32eb3568c" providerId="ADAL" clId="{04DFFA33-46C8-4342-B902-0627D1D0B61A}" dt="2023-12-05T16:45:39.650" v="228" actId="2696"/>
        <pc:sldMkLst>
          <pc:docMk/>
          <pc:sldMk cId="0" sldId="277"/>
        </pc:sldMkLst>
      </pc:sldChg>
      <pc:sldChg chg="del">
        <pc:chgData name="Paul Butler" userId="3aa89bda-1334-40dd-9e39-6ec32eb3568c" providerId="ADAL" clId="{04DFFA33-46C8-4342-B902-0627D1D0B61A}" dt="2023-12-05T16:45:31.267" v="225" actId="2696"/>
        <pc:sldMkLst>
          <pc:docMk/>
          <pc:sldMk cId="0" sldId="278"/>
        </pc:sldMkLst>
      </pc:sldChg>
      <pc:sldChg chg="modSp mod">
        <pc:chgData name="Paul Butler" userId="3aa89bda-1334-40dd-9e39-6ec32eb3568c" providerId="ADAL" clId="{04DFFA33-46C8-4342-B902-0627D1D0B61A}" dt="2023-12-05T16:45:08.701" v="224" actId="20577"/>
        <pc:sldMkLst>
          <pc:docMk/>
          <pc:sldMk cId="0" sldId="279"/>
        </pc:sldMkLst>
        <pc:spChg chg="mod">
          <ac:chgData name="Paul Butler" userId="3aa89bda-1334-40dd-9e39-6ec32eb3568c" providerId="ADAL" clId="{04DFFA33-46C8-4342-B902-0627D1D0B61A}" dt="2023-12-05T16:45:08.701" v="224" actId="20577"/>
          <ac:spMkLst>
            <pc:docMk/>
            <pc:sldMk cId="0" sldId="279"/>
            <ac:spMk id="24" creationId="{00000000-0000-0000-0000-000000000000}"/>
          </ac:spMkLst>
        </pc:spChg>
      </pc:sldChg>
      <pc:sldChg chg="del">
        <pc:chgData name="Paul Butler" userId="3aa89bda-1334-40dd-9e39-6ec32eb3568c" providerId="ADAL" clId="{04DFFA33-46C8-4342-B902-0627D1D0B61A}" dt="2023-12-05T16:45:33.948" v="226" actId="2696"/>
        <pc:sldMkLst>
          <pc:docMk/>
          <pc:sldMk cId="0" sldId="280"/>
        </pc:sldMkLst>
      </pc:sldChg>
      <pc:sldChg chg="del">
        <pc:chgData name="Paul Butler" userId="3aa89bda-1334-40dd-9e39-6ec32eb3568c" providerId="ADAL" clId="{04DFFA33-46C8-4342-B902-0627D1D0B61A}" dt="2023-12-05T16:41:53.809" v="2" actId="2696"/>
        <pc:sldMkLst>
          <pc:docMk/>
          <pc:sldMk cId="0" sldId="282"/>
        </pc:sldMkLst>
      </pc:sldChg>
      <pc:sldChg chg="del">
        <pc:chgData name="Paul Butler" userId="3aa89bda-1334-40dd-9e39-6ec32eb3568c" providerId="ADAL" clId="{04DFFA33-46C8-4342-B902-0627D1D0B61A}" dt="2023-12-05T16:41:48.779" v="1" actId="2696"/>
        <pc:sldMkLst>
          <pc:docMk/>
          <pc:sldMk cId="0" sldId="283"/>
        </pc:sldMkLst>
      </pc:sldChg>
      <pc:sldChg chg="del">
        <pc:chgData name="Paul Butler" userId="3aa89bda-1334-40dd-9e39-6ec32eb3568c" providerId="ADAL" clId="{04DFFA33-46C8-4342-B902-0627D1D0B61A}" dt="2023-12-05T16:41:42.470" v="0" actId="2696"/>
        <pc:sldMkLst>
          <pc:docMk/>
          <pc:sldMk cId="0" sldId="287"/>
        </pc:sldMkLst>
      </pc:sldChg>
    </pc:docChg>
  </pc:docChgLst>
  <pc:docChgLst>
    <pc:chgData name="Paul Butler" userId="3aa89bda-1334-40dd-9e39-6ec32eb3568c" providerId="ADAL" clId="{2B632F4B-0EAB-6545-8626-AD7EF54B6552}"/>
    <pc:docChg chg="undo custSel modSld">
      <pc:chgData name="Paul Butler" userId="3aa89bda-1334-40dd-9e39-6ec32eb3568c" providerId="ADAL" clId="{2B632F4B-0EAB-6545-8626-AD7EF54B6552}" dt="2023-10-28T12:11:50.334" v="8" actId="478"/>
      <pc:docMkLst>
        <pc:docMk/>
      </pc:docMkLst>
      <pc:sldChg chg="addSp delSp modSp mod">
        <pc:chgData name="Paul Butler" userId="3aa89bda-1334-40dd-9e39-6ec32eb3568c" providerId="ADAL" clId="{2B632F4B-0EAB-6545-8626-AD7EF54B6552}" dt="2023-10-28T12:11:50.334" v="8" actId="478"/>
        <pc:sldMkLst>
          <pc:docMk/>
          <pc:sldMk cId="0" sldId="262"/>
        </pc:sldMkLst>
        <pc:picChg chg="add del mod">
          <ac:chgData name="Paul Butler" userId="3aa89bda-1334-40dd-9e39-6ec32eb3568c" providerId="ADAL" clId="{2B632F4B-0EAB-6545-8626-AD7EF54B6552}" dt="2023-10-28T12:11:50.334" v="8" actId="478"/>
          <ac:picMkLst>
            <pc:docMk/>
            <pc:sldMk cId="0" sldId="262"/>
            <ac:picMk id="4" creationId="{6B33636A-6238-4DE6-ABE3-5177ADED8A20}"/>
          </ac:picMkLst>
        </pc:picChg>
      </pc:sldChg>
    </pc:docChg>
  </pc:docChgLst>
  <pc:docChgLst>
    <pc:chgData name="Paul Butler" userId="3aa89bda-1334-40dd-9e39-6ec32eb3568c" providerId="ADAL" clId="{D3375EB8-52CB-4681-8753-221E479BC3A1}"/>
    <pc:docChg chg="modSld">
      <pc:chgData name="Paul Butler" userId="3aa89bda-1334-40dd-9e39-6ec32eb3568c" providerId="ADAL" clId="{D3375EB8-52CB-4681-8753-221E479BC3A1}" dt="2024-01-05T18:06:45.465" v="0"/>
      <pc:docMkLst>
        <pc:docMk/>
      </pc:docMkLst>
      <pc:sldChg chg="modSp mod">
        <pc:chgData name="Paul Butler" userId="3aa89bda-1334-40dd-9e39-6ec32eb3568c" providerId="ADAL" clId="{D3375EB8-52CB-4681-8753-221E479BC3A1}" dt="2024-01-05T18:06:45.465" v="0"/>
        <pc:sldMkLst>
          <pc:docMk/>
          <pc:sldMk cId="0" sldId="267"/>
        </pc:sldMkLst>
        <pc:spChg chg="mod">
          <ac:chgData name="Paul Butler" userId="3aa89bda-1334-40dd-9e39-6ec32eb3568c" providerId="ADAL" clId="{D3375EB8-52CB-4681-8753-221E479BC3A1}" dt="2024-01-05T18:06:45.465" v="0"/>
          <ac:spMkLst>
            <pc:docMk/>
            <pc:sldMk cId="0" sldId="267"/>
            <ac:spMk id="52" creationId="{FC12C1BC-9269-4215-930B-3FF36C33027C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0F40F9-449C-44F9-B546-ECBD7FFD14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EFA4C-00AE-48EA-8A76-2F5EB6090E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5E633-9219-4C23-9438-0169797EA9B8}" type="datetimeFigureOut">
              <a:rPr lang="en-US" smtClean="0"/>
              <a:t>12/6/2024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85D80-6BA1-4004-80F3-26965DF43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AFD5F-A987-4CD1-87EF-99E07182D0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2DE7F-FBE0-41AC-8A35-975A8D6321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179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E8D76-ECD5-4020-B24B-70DCA0ECA435}" type="datetimeFigureOut">
              <a:rPr lang="en-US" smtClean="0"/>
              <a:t>12/6/2024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AB0FD-1C35-4D07-A26E-A7CE67640A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68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824F83-77FB-4E22-B969-0DDA2F1E697E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60120" y="5799444"/>
            <a:ext cx="5606844" cy="824812"/>
          </a:xfrm>
        </p:spPr>
        <p:txBody>
          <a:bodyPr/>
          <a:lstStyle>
            <a:lvl1pPr marL="11552" indent="0" algn="l" defTabSz="831738" rtl="0" eaLnBrk="1" latinLnBrk="0" hangingPunct="1">
              <a:spcBef>
                <a:spcPts val="86"/>
              </a:spcBef>
              <a:buNone/>
              <a:defRPr lang="en-US" sz="3002" kern="1200" spc="-5" dirty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Subtitle positioned here</a:t>
            </a: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87F33AF8-BDB4-4F7F-9881-7D91BBDF4A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19" y="1947148"/>
            <a:ext cx="16374777" cy="3041130"/>
          </a:xfrm>
        </p:spPr>
        <p:txBody>
          <a:bodyPr anchor="ctr"/>
          <a:lstStyle>
            <a:lvl1pPr>
              <a:defRPr sz="9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positioned here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58CBD61-0630-4E57-AD85-E8EC4A09F4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0120" y="7069531"/>
            <a:ext cx="5606843" cy="111038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Audience name / title</a:t>
            </a:r>
          </a:p>
          <a:p>
            <a:pPr lvl="0"/>
            <a:r>
              <a:rPr lang="en-US" dirty="0"/>
              <a:t>Presenter name  </a:t>
            </a:r>
          </a:p>
          <a:p>
            <a:pPr lvl="1"/>
            <a:r>
              <a:rPr lang="en-US" dirty="0"/>
              <a:t>Thursday 21st April 2022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65062BFC-377D-45BE-ACFC-FE4A67FEC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1258" y="9445716"/>
            <a:ext cx="3393639" cy="28346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674A2ADC-571E-487E-9996-8D3B1FFF63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83" y="952439"/>
            <a:ext cx="2951774" cy="82296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CE09F917-E675-4D67-A4DF-4E01D561216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6260" y="9215062"/>
            <a:ext cx="1005554" cy="658368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75AC5BB9-9806-4EEA-BC4F-F96836B1D93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39175" y="9386076"/>
            <a:ext cx="1417834" cy="420624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E53C062B-91B8-4D64-B42C-4556C9385ED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02743" y="9440783"/>
            <a:ext cx="1060704" cy="398402"/>
          </a:xfrm>
          <a:prstGeom prst="rect">
            <a:avLst/>
          </a:prstGeom>
        </p:spPr>
      </p:pic>
      <p:pic>
        <p:nvPicPr>
          <p:cNvPr id="57" name="Picture 56" descr="Logo&#10;&#10;Description automatically generated">
            <a:extLst>
              <a:ext uri="{FF2B5EF4-FFF2-40B4-BE49-F238E27FC236}">
                <a16:creationId xmlns:a16="http://schemas.microsoft.com/office/drawing/2014/main" id="{2F53FD61-CCA3-4ECA-AA42-C6EEB336C7E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2623" y="9236755"/>
            <a:ext cx="1067383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6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2'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824F83-77FB-4E22-B969-0DDA2F1E697E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60120" y="5799444"/>
            <a:ext cx="5606844" cy="824812"/>
          </a:xfrm>
        </p:spPr>
        <p:txBody>
          <a:bodyPr/>
          <a:lstStyle>
            <a:lvl1pPr marL="11552" indent="0" algn="l" defTabSz="831738" rtl="0" eaLnBrk="1" latinLnBrk="0" hangingPunct="1">
              <a:spcBef>
                <a:spcPts val="86"/>
              </a:spcBef>
              <a:buNone/>
              <a:defRPr lang="en-US" sz="3002" kern="1200" spc="-5" dirty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Subtitle positioned here</a:t>
            </a: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87F33AF8-BDB4-4F7F-9881-7D91BBDF4A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19" y="1947148"/>
            <a:ext cx="16374777" cy="3041130"/>
          </a:xfrm>
        </p:spPr>
        <p:txBody>
          <a:bodyPr anchor="ctr"/>
          <a:lstStyle>
            <a:lvl1pPr>
              <a:defRPr sz="9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positioned here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58CBD61-0630-4E57-AD85-E8EC4A09F4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0120" y="7069531"/>
            <a:ext cx="5606843" cy="111038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Audience name / title</a:t>
            </a:r>
          </a:p>
          <a:p>
            <a:pPr lvl="0"/>
            <a:r>
              <a:rPr lang="en-US" dirty="0"/>
              <a:t>Presenter name  </a:t>
            </a:r>
          </a:p>
          <a:p>
            <a:pPr lvl="1"/>
            <a:r>
              <a:rPr lang="en-US" dirty="0"/>
              <a:t>Thursday 21st April 2022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45767944-D3A0-417A-8238-CC151E6705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1258" y="9445716"/>
            <a:ext cx="3393639" cy="283464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45183320-5FA2-49DF-9CDE-27532B7952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046" y="9128823"/>
            <a:ext cx="2230229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5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824F83-77FB-4E22-B969-0DDA2F1E697E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87F33AF8-BDB4-4F7F-9881-7D91BBDF4A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19" y="3130770"/>
            <a:ext cx="16374777" cy="3041130"/>
          </a:xfrm>
        </p:spPr>
        <p:txBody>
          <a:bodyPr anchor="ctr"/>
          <a:lstStyle>
            <a:lvl1pPr>
              <a:defRPr sz="9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Section divider</a:t>
            </a:r>
            <a:br>
              <a:rPr lang="en-US" dirty="0"/>
            </a:br>
            <a:r>
              <a:rPr lang="en-US" dirty="0"/>
              <a:t>heading position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45183320-5FA2-49DF-9CDE-27532B795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782" y="952440"/>
            <a:ext cx="1705469" cy="475488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577A5E0A-D61F-4E97-9808-1786470576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120" y="6378520"/>
            <a:ext cx="5606844" cy="587873"/>
          </a:xfrm>
        </p:spPr>
        <p:txBody>
          <a:bodyPr/>
          <a:lstStyle>
            <a:lvl1pPr marL="11552" indent="0" algn="l" defTabSz="831738" rtl="0" eaLnBrk="1" latinLnBrk="0" hangingPunct="1">
              <a:spcBef>
                <a:spcPts val="86"/>
              </a:spcBef>
              <a:buNone/>
              <a:defRPr lang="en-US" sz="3200" kern="1200" spc="-5" dirty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Sub copy text</a:t>
            </a:r>
          </a:p>
        </p:txBody>
      </p:sp>
    </p:spTree>
    <p:extLst>
      <p:ext uri="{BB962C8B-B14F-4D97-AF65-F5344CB8AC3E}">
        <p14:creationId xmlns:p14="http://schemas.microsoft.com/office/powerpoint/2010/main" val="335001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E52F62-9543-4C92-922C-F908A60CE03D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4D9926E-071E-45D8-8ECF-12D7C876F0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8288000" cy="10287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87F33AF8-BDB4-4F7F-9881-7D91BBDF4A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19" y="3130770"/>
            <a:ext cx="16374777" cy="3041130"/>
          </a:xfrm>
        </p:spPr>
        <p:txBody>
          <a:bodyPr anchor="ctr"/>
          <a:lstStyle>
            <a:lvl1pPr>
              <a:defRPr sz="9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  <a:br>
              <a:rPr lang="en-US" dirty="0"/>
            </a:br>
            <a:r>
              <a:rPr lang="en-US" dirty="0"/>
              <a:t>heading position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45183320-5FA2-49DF-9CDE-27532B795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782" y="952440"/>
            <a:ext cx="1705469" cy="475488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577A5E0A-D61F-4E97-9808-1786470576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120" y="6378520"/>
            <a:ext cx="5606844" cy="587873"/>
          </a:xfrm>
        </p:spPr>
        <p:txBody>
          <a:bodyPr/>
          <a:lstStyle>
            <a:lvl1pPr marL="11552" indent="0" algn="l" defTabSz="831738" rtl="0" eaLnBrk="1" latinLnBrk="0" hangingPunct="1">
              <a:spcBef>
                <a:spcPts val="86"/>
              </a:spcBef>
              <a:buNone/>
              <a:defRPr lang="en-US" sz="3800" kern="1200" spc="-5" dirty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Sub copy text</a:t>
            </a:r>
          </a:p>
        </p:txBody>
      </p:sp>
    </p:spTree>
    <p:extLst>
      <p:ext uri="{BB962C8B-B14F-4D97-AF65-F5344CB8AC3E}">
        <p14:creationId xmlns:p14="http://schemas.microsoft.com/office/powerpoint/2010/main" val="49380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D8191C-01C6-4D84-8148-FFAA1058D76E}"/>
              </a:ext>
            </a:extLst>
          </p:cNvPr>
          <p:cNvSpPr/>
          <p:nvPr userDrawn="1"/>
        </p:nvSpPr>
        <p:spPr>
          <a:xfrm>
            <a:off x="0" y="9271293"/>
            <a:ext cx="18288000" cy="1014984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/>
            </a:lvl1pPr>
            <a:lvl2pPr>
              <a:defRPr sz="2600"/>
            </a:lvl2pPr>
            <a:lvl3pPr marL="731520" indent="-365760">
              <a:buSzPct val="65000"/>
              <a:buFont typeface="Courier New" panose="02070309020205020404" pitchFamily="49" charset="0"/>
              <a:buChar char="o"/>
              <a:defRPr sz="2600"/>
            </a:lvl3pPr>
            <a:lvl4pPr marL="1097280" indent="-365760">
              <a:buSzPct val="65000"/>
              <a:buFont typeface="Courier New" panose="02070309020205020404" pitchFamily="49" charset="0"/>
              <a:buChar char="o"/>
              <a:defRPr sz="2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94B2A0E8-21A8-4264-B0DE-03D62D18E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63059" y="9589777"/>
            <a:ext cx="359714" cy="33855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lang="en-US" sz="2200" spc="5" smtClean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marL="11552" algn="r">
              <a:spcBef>
                <a:spcPts val="109"/>
              </a:spcBef>
            </a:pPr>
            <a:fld id="{D77235B2-DCBF-403F-877F-ABA68C228CFD}" type="slidenum">
              <a:rPr lang="en-US" smtClean="0"/>
              <a:pPr marL="11552" algn="r">
                <a:spcBef>
                  <a:spcPts val="109"/>
                </a:spcBef>
              </a:pPr>
              <a:t>‹#›</a:t>
            </a:fld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841E1FA-7E2F-4DAF-B9F6-81CC6D928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0457" y="9658470"/>
            <a:ext cx="2408389" cy="20116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B52C70E-90C0-4B9C-B008-2D2C860626B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90" y="9501535"/>
            <a:ext cx="1377495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40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D8191C-01C6-4D84-8148-FFAA1058D76E}"/>
              </a:ext>
            </a:extLst>
          </p:cNvPr>
          <p:cNvSpPr/>
          <p:nvPr userDrawn="1"/>
        </p:nvSpPr>
        <p:spPr>
          <a:xfrm>
            <a:off x="0" y="9271293"/>
            <a:ext cx="18288000" cy="1014984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816945"/>
            <a:ext cx="16367760" cy="10972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2647211"/>
            <a:ext cx="7760018" cy="6057465"/>
          </a:xfrm>
        </p:spPr>
        <p:txBody>
          <a:bodyPr/>
          <a:lstStyle>
            <a:lvl3pPr marL="731520" indent="-365760">
              <a:buSzPct val="65000"/>
              <a:buFont typeface="Courier New" panose="02070309020205020404" pitchFamily="49" charset="0"/>
              <a:buChar char="o"/>
              <a:defRPr/>
            </a:lvl3pPr>
            <a:lvl4pPr marL="1097280" indent="-365760">
              <a:buSzPct val="65000"/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2DEAF78-B68B-4536-9F4B-D2E4BE89F18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67862" y="2647211"/>
            <a:ext cx="7760018" cy="6057465"/>
          </a:xfrm>
        </p:spPr>
        <p:txBody>
          <a:bodyPr/>
          <a:lstStyle>
            <a:lvl3pPr marL="731520" indent="-365760">
              <a:buSzPct val="65000"/>
              <a:buFont typeface="Courier New" panose="02070309020205020404" pitchFamily="49" charset="0"/>
              <a:buChar char="o"/>
              <a:defRPr/>
            </a:lvl3pPr>
            <a:lvl4pPr marL="1097280" indent="-365760">
              <a:buSzPct val="65000"/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9F777D1-80CC-430D-B0EC-A798EE3063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0457" y="9658470"/>
            <a:ext cx="2408389" cy="20116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265F556-2BB6-47D1-99DC-D873267213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90" y="9501535"/>
            <a:ext cx="1377495" cy="384048"/>
          </a:xfrm>
          <a:prstGeom prst="rect">
            <a:avLst/>
          </a:prstGeom>
        </p:spPr>
      </p:pic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8050A948-7B0D-4E38-9620-ADE713D50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63059" y="9589777"/>
            <a:ext cx="359714" cy="33855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lang="en-US" sz="2200" spc="5" smtClean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marL="11552" algn="r">
              <a:spcBef>
                <a:spcPts val="109"/>
              </a:spcBef>
            </a:pPr>
            <a:fld id="{D77235B2-DCBF-403F-877F-ABA68C228CFD}" type="slidenum">
              <a:rPr lang="en-US" smtClean="0"/>
              <a:pPr marL="11552" algn="r">
                <a:spcBef>
                  <a:spcPts val="109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68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D8191C-01C6-4D84-8148-FFAA1058D76E}"/>
              </a:ext>
            </a:extLst>
          </p:cNvPr>
          <p:cNvSpPr/>
          <p:nvPr userDrawn="1"/>
        </p:nvSpPr>
        <p:spPr>
          <a:xfrm>
            <a:off x="0" y="9271293"/>
            <a:ext cx="18288000" cy="1014984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816945"/>
            <a:ext cx="16367760" cy="10972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0A2B932-0B83-48A1-88A7-21971E1D8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0457" y="9658470"/>
            <a:ext cx="2408389" cy="20116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DFDE3F3-12B3-49C1-90B1-13D91DE521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90" y="9501535"/>
            <a:ext cx="1377495" cy="384048"/>
          </a:xfrm>
          <a:prstGeom prst="rect">
            <a:avLst/>
          </a:prstGeom>
        </p:spPr>
      </p:pic>
      <p:sp>
        <p:nvSpPr>
          <p:cNvPr id="7" name="Slide Number Placeholder 11">
            <a:extLst>
              <a:ext uri="{FF2B5EF4-FFF2-40B4-BE49-F238E27FC236}">
                <a16:creationId xmlns:a16="http://schemas.microsoft.com/office/drawing/2014/main" id="{FBD2DCBD-5B8C-45EA-9EC4-44FBEE455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63059" y="9589777"/>
            <a:ext cx="359714" cy="33855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lang="en-US" sz="2200" spc="5" smtClean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marL="11552" algn="r">
              <a:spcBef>
                <a:spcPts val="109"/>
              </a:spcBef>
            </a:pPr>
            <a:fld id="{D77235B2-DCBF-403F-877F-ABA68C228CFD}" type="slidenum">
              <a:rPr lang="en-US" smtClean="0"/>
              <a:pPr marL="11552" algn="r">
                <a:spcBef>
                  <a:spcPts val="109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0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EDFBBF3-4AD2-44CF-8F15-0E097C2F1F4C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D8191C-01C6-4D84-8148-FFAA1058D76E}"/>
              </a:ext>
            </a:extLst>
          </p:cNvPr>
          <p:cNvSpPr/>
          <p:nvPr userDrawn="1"/>
        </p:nvSpPr>
        <p:spPr>
          <a:xfrm>
            <a:off x="0" y="9271293"/>
            <a:ext cx="18288000" cy="1014984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816945"/>
            <a:ext cx="16367760" cy="10972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98F4430D-E2A8-42FF-9D08-80E55FD4EE5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92463" y="1553029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4" name="Text Placeholder 72">
            <a:extLst>
              <a:ext uri="{FF2B5EF4-FFF2-40B4-BE49-F238E27FC236}">
                <a16:creationId xmlns:a16="http://schemas.microsoft.com/office/drawing/2014/main" id="{24F78514-8C86-4A01-A1DE-6E7132B8C66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692463" y="3329402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5" name="Text Placeholder 72">
            <a:extLst>
              <a:ext uri="{FF2B5EF4-FFF2-40B4-BE49-F238E27FC236}">
                <a16:creationId xmlns:a16="http://schemas.microsoft.com/office/drawing/2014/main" id="{4D5F5C20-E39E-4453-94C7-109D6ACCD33D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692463" y="5126235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6" name="Text Placeholder 72">
            <a:extLst>
              <a:ext uri="{FF2B5EF4-FFF2-40B4-BE49-F238E27FC236}">
                <a16:creationId xmlns:a16="http://schemas.microsoft.com/office/drawing/2014/main" id="{92DFD40C-A686-4544-8822-A7F8BCA2C48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92463" y="6902609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D95C042B-E38E-483F-BE61-290BF50C8A4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830021" y="1827200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0" name="Text Placeholder 77">
            <a:extLst>
              <a:ext uri="{FF2B5EF4-FFF2-40B4-BE49-F238E27FC236}">
                <a16:creationId xmlns:a16="http://schemas.microsoft.com/office/drawing/2014/main" id="{6DF11BE1-6C51-45F5-B508-6EC98627C4D1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5830021" y="3603574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1" name="Text Placeholder 77">
            <a:extLst>
              <a:ext uri="{FF2B5EF4-FFF2-40B4-BE49-F238E27FC236}">
                <a16:creationId xmlns:a16="http://schemas.microsoft.com/office/drawing/2014/main" id="{75EDF45C-83DB-47C0-968B-1DCFF00475E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5830021" y="5379947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2" name="Text Placeholder 77">
            <a:extLst>
              <a:ext uri="{FF2B5EF4-FFF2-40B4-BE49-F238E27FC236}">
                <a16:creationId xmlns:a16="http://schemas.microsoft.com/office/drawing/2014/main" id="{F7A04814-3038-47B1-8708-F68FD8450B12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5830021" y="7156311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0" name="Text Placeholder 72">
            <a:extLst>
              <a:ext uri="{FF2B5EF4-FFF2-40B4-BE49-F238E27FC236}">
                <a16:creationId xmlns:a16="http://schemas.microsoft.com/office/drawing/2014/main" id="{D842C1D0-900C-480C-A081-4BFA1A4A62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95416" y="1553029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1" name="Text Placeholder 72">
            <a:extLst>
              <a:ext uri="{FF2B5EF4-FFF2-40B4-BE49-F238E27FC236}">
                <a16:creationId xmlns:a16="http://schemas.microsoft.com/office/drawing/2014/main" id="{F1D776E6-DCB8-415E-A444-5E707076C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95416" y="3329402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2" name="Text Placeholder 72">
            <a:extLst>
              <a:ext uri="{FF2B5EF4-FFF2-40B4-BE49-F238E27FC236}">
                <a16:creationId xmlns:a16="http://schemas.microsoft.com/office/drawing/2014/main" id="{82B4FB8E-40D1-43A3-8A14-66E5283969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95416" y="5126235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3" name="Text Placeholder 72">
            <a:extLst>
              <a:ext uri="{FF2B5EF4-FFF2-40B4-BE49-F238E27FC236}">
                <a16:creationId xmlns:a16="http://schemas.microsoft.com/office/drawing/2014/main" id="{E8521326-D100-47D7-8F06-E51B75FA34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95416" y="6902609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4" name="Text Placeholder 77">
            <a:extLst>
              <a:ext uri="{FF2B5EF4-FFF2-40B4-BE49-F238E27FC236}">
                <a16:creationId xmlns:a16="http://schemas.microsoft.com/office/drawing/2014/main" id="{7486331E-153E-44B5-B2E6-DEC8DF30CB6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032974" y="1827200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5" name="Text Placeholder 77">
            <a:extLst>
              <a:ext uri="{FF2B5EF4-FFF2-40B4-BE49-F238E27FC236}">
                <a16:creationId xmlns:a16="http://schemas.microsoft.com/office/drawing/2014/main" id="{6EE2B788-79C6-4A49-B655-E21466F076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032974" y="3603574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6" name="Text Placeholder 77">
            <a:extLst>
              <a:ext uri="{FF2B5EF4-FFF2-40B4-BE49-F238E27FC236}">
                <a16:creationId xmlns:a16="http://schemas.microsoft.com/office/drawing/2014/main" id="{FBF00EAE-5223-46C4-B993-AA1BC0EDB16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032974" y="5379947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7" name="Text Placeholder 77">
            <a:extLst>
              <a:ext uri="{FF2B5EF4-FFF2-40B4-BE49-F238E27FC236}">
                <a16:creationId xmlns:a16="http://schemas.microsoft.com/office/drawing/2014/main" id="{099E3D5F-9C39-4512-8F71-037B0CF7EF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032974" y="7156311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726EB8F1-7B93-4C6C-98B0-F625E10EA9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0457" y="9658470"/>
            <a:ext cx="2408389" cy="201168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8D2EB88B-D2F0-44A3-B047-125290DC02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90" y="9501535"/>
            <a:ext cx="1377495" cy="384048"/>
          </a:xfrm>
          <a:prstGeom prst="rect">
            <a:avLst/>
          </a:prstGeom>
        </p:spPr>
      </p:pic>
      <p:sp>
        <p:nvSpPr>
          <p:cNvPr id="32" name="Slide Number Placeholder 11">
            <a:extLst>
              <a:ext uri="{FF2B5EF4-FFF2-40B4-BE49-F238E27FC236}">
                <a16:creationId xmlns:a16="http://schemas.microsoft.com/office/drawing/2014/main" id="{D32EA210-6DAC-470C-B6C8-3BBECAD75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63059" y="9589777"/>
            <a:ext cx="359714" cy="33855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lang="en-US" sz="2200" spc="5" smtClean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marL="11552" algn="r">
              <a:spcBef>
                <a:spcPts val="109"/>
              </a:spcBef>
            </a:pPr>
            <a:fld id="{D77235B2-DCBF-403F-877F-ABA68C228CFD}" type="slidenum">
              <a:rPr lang="en-US" smtClean="0"/>
              <a:pPr marL="11552" algn="r">
                <a:spcBef>
                  <a:spcPts val="109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85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_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D8191C-01C6-4D84-8148-FFAA1058D76E}"/>
              </a:ext>
            </a:extLst>
          </p:cNvPr>
          <p:cNvSpPr/>
          <p:nvPr userDrawn="1"/>
        </p:nvSpPr>
        <p:spPr>
          <a:xfrm>
            <a:off x="0" y="9271293"/>
            <a:ext cx="18288000" cy="1014984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816945"/>
            <a:ext cx="16367760" cy="10972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98F4430D-E2A8-42FF-9D08-80E55FD4EE5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92463" y="1553029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4" name="Text Placeholder 72">
            <a:extLst>
              <a:ext uri="{FF2B5EF4-FFF2-40B4-BE49-F238E27FC236}">
                <a16:creationId xmlns:a16="http://schemas.microsoft.com/office/drawing/2014/main" id="{24F78514-8C86-4A01-A1DE-6E7132B8C66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692463" y="3329402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5" name="Text Placeholder 72">
            <a:extLst>
              <a:ext uri="{FF2B5EF4-FFF2-40B4-BE49-F238E27FC236}">
                <a16:creationId xmlns:a16="http://schemas.microsoft.com/office/drawing/2014/main" id="{4D5F5C20-E39E-4453-94C7-109D6ACCD33D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692463" y="5126235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6" name="Text Placeholder 72">
            <a:extLst>
              <a:ext uri="{FF2B5EF4-FFF2-40B4-BE49-F238E27FC236}">
                <a16:creationId xmlns:a16="http://schemas.microsoft.com/office/drawing/2014/main" id="{92DFD40C-A686-4544-8822-A7F8BCA2C48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92463" y="6902609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D95C042B-E38E-483F-BE61-290BF50C8A4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830021" y="1827200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0" name="Text Placeholder 77">
            <a:extLst>
              <a:ext uri="{FF2B5EF4-FFF2-40B4-BE49-F238E27FC236}">
                <a16:creationId xmlns:a16="http://schemas.microsoft.com/office/drawing/2014/main" id="{6DF11BE1-6C51-45F5-B508-6EC98627C4D1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5830021" y="3603574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1" name="Text Placeholder 77">
            <a:extLst>
              <a:ext uri="{FF2B5EF4-FFF2-40B4-BE49-F238E27FC236}">
                <a16:creationId xmlns:a16="http://schemas.microsoft.com/office/drawing/2014/main" id="{75EDF45C-83DB-47C0-968B-1DCFF00475E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5830021" y="5379947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2" name="Text Placeholder 77">
            <a:extLst>
              <a:ext uri="{FF2B5EF4-FFF2-40B4-BE49-F238E27FC236}">
                <a16:creationId xmlns:a16="http://schemas.microsoft.com/office/drawing/2014/main" id="{F7A04814-3038-47B1-8708-F68FD8450B12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5830021" y="7156311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0" name="Text Placeholder 72">
            <a:extLst>
              <a:ext uri="{FF2B5EF4-FFF2-40B4-BE49-F238E27FC236}">
                <a16:creationId xmlns:a16="http://schemas.microsoft.com/office/drawing/2014/main" id="{D842C1D0-900C-480C-A081-4BFA1A4A62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95416" y="1553029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1" name="Text Placeholder 72">
            <a:extLst>
              <a:ext uri="{FF2B5EF4-FFF2-40B4-BE49-F238E27FC236}">
                <a16:creationId xmlns:a16="http://schemas.microsoft.com/office/drawing/2014/main" id="{F1D776E6-DCB8-415E-A444-5E707076C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95416" y="3329402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2" name="Text Placeholder 72">
            <a:extLst>
              <a:ext uri="{FF2B5EF4-FFF2-40B4-BE49-F238E27FC236}">
                <a16:creationId xmlns:a16="http://schemas.microsoft.com/office/drawing/2014/main" id="{82B4FB8E-40D1-43A3-8A14-66E5283969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95416" y="5126235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3" name="Text Placeholder 72">
            <a:extLst>
              <a:ext uri="{FF2B5EF4-FFF2-40B4-BE49-F238E27FC236}">
                <a16:creationId xmlns:a16="http://schemas.microsoft.com/office/drawing/2014/main" id="{E8521326-D100-47D7-8F06-E51B75FA34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95416" y="6902609"/>
            <a:ext cx="914400" cy="914400"/>
          </a:xfrm>
        </p:spPr>
        <p:txBody>
          <a:bodyPr/>
          <a:lstStyle>
            <a:lvl1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2"/>
                </a:solidFill>
                <a:latin typeface="Arial"/>
                <a:ea typeface="+mn-ea"/>
                <a:cs typeface="Arial"/>
              </a:defRPr>
            </a:lvl1pPr>
            <a:lvl2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2pPr>
            <a:lvl3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3pPr>
            <a:lvl4pPr marL="11552" algn="l" defTabSz="457200" rtl="0" eaLnBrk="1" latinLnBrk="0" hangingPunct="1">
              <a:spcBef>
                <a:spcPts val="86"/>
              </a:spcBef>
              <a:defRPr lang="en-US" sz="6003" b="1" kern="1200" spc="-9" dirty="0" smtClean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4pPr>
            <a:lvl5pPr marL="11552" algn="l" defTabSz="457200" rtl="0" eaLnBrk="1" latinLnBrk="0" hangingPunct="1">
              <a:spcBef>
                <a:spcPts val="86"/>
              </a:spcBef>
              <a:defRPr lang="en-US" sz="6003" b="1" kern="1200" spc="-9" dirty="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4" name="Text Placeholder 77">
            <a:extLst>
              <a:ext uri="{FF2B5EF4-FFF2-40B4-BE49-F238E27FC236}">
                <a16:creationId xmlns:a16="http://schemas.microsoft.com/office/drawing/2014/main" id="{7486331E-153E-44B5-B2E6-DEC8DF30CB6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032974" y="1827200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5" name="Text Placeholder 77">
            <a:extLst>
              <a:ext uri="{FF2B5EF4-FFF2-40B4-BE49-F238E27FC236}">
                <a16:creationId xmlns:a16="http://schemas.microsoft.com/office/drawing/2014/main" id="{6EE2B788-79C6-4A49-B655-E21466F076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032974" y="3603574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6" name="Text Placeholder 77">
            <a:extLst>
              <a:ext uri="{FF2B5EF4-FFF2-40B4-BE49-F238E27FC236}">
                <a16:creationId xmlns:a16="http://schemas.microsoft.com/office/drawing/2014/main" id="{FBF00EAE-5223-46C4-B993-AA1BC0EDB16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032974" y="5379947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7" name="Text Placeholder 77">
            <a:extLst>
              <a:ext uri="{FF2B5EF4-FFF2-40B4-BE49-F238E27FC236}">
                <a16:creationId xmlns:a16="http://schemas.microsoft.com/office/drawing/2014/main" id="{099E3D5F-9C39-4512-8F71-037B0CF7EF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032974" y="7156311"/>
            <a:ext cx="3263934" cy="530352"/>
          </a:xfrm>
        </p:spPr>
        <p:txBody>
          <a:bodyPr/>
          <a:lstStyle>
            <a:lvl1pPr algn="r">
              <a:defRPr sz="18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0E20B753-962B-4DC1-A803-99BC071560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0457" y="9658470"/>
            <a:ext cx="2408389" cy="20116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A7677224-C5C2-4ECF-9B5B-F95B6606C6B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90" y="9501535"/>
            <a:ext cx="1377495" cy="384048"/>
          </a:xfrm>
          <a:prstGeom prst="rect">
            <a:avLst/>
          </a:prstGeom>
        </p:spPr>
      </p:pic>
      <p:sp>
        <p:nvSpPr>
          <p:cNvPr id="31" name="Slide Number Placeholder 11">
            <a:extLst>
              <a:ext uri="{FF2B5EF4-FFF2-40B4-BE49-F238E27FC236}">
                <a16:creationId xmlns:a16="http://schemas.microsoft.com/office/drawing/2014/main" id="{3F7BD4C3-2E09-41ED-AE34-7CBDA4F1C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63059" y="9589777"/>
            <a:ext cx="359714" cy="33855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lang="en-US" sz="2200" spc="5" smtClean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marL="11552" algn="r">
              <a:spcBef>
                <a:spcPts val="109"/>
              </a:spcBef>
            </a:pPr>
            <a:fld id="{D77235B2-DCBF-403F-877F-ABA68C228CFD}" type="slidenum">
              <a:rPr lang="en-US" smtClean="0"/>
              <a:pPr marL="11552" algn="r">
                <a:spcBef>
                  <a:spcPts val="109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7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7862" y="2647211"/>
            <a:ext cx="7760017" cy="6057465"/>
          </a:xfrm>
        </p:spPr>
        <p:txBody>
          <a:bodyPr/>
          <a:lstStyle>
            <a:lvl3pPr marL="731520" indent="-365760">
              <a:buSzPct val="65000"/>
              <a:buFont typeface="Courier New" panose="02070309020205020404" pitchFamily="49" charset="0"/>
              <a:buChar char="o"/>
              <a:defRPr/>
            </a:lvl3pPr>
            <a:lvl4pPr marL="1097280" indent="-365760">
              <a:buSzPct val="65000"/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5F65B064-3932-4782-9AE9-830B569B5F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745" y="-513"/>
            <a:ext cx="8522208" cy="92718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D9920-80BD-4EA8-9875-290ADC57DF48}"/>
              </a:ext>
            </a:extLst>
          </p:cNvPr>
          <p:cNvSpPr/>
          <p:nvPr userDrawn="1"/>
        </p:nvSpPr>
        <p:spPr>
          <a:xfrm>
            <a:off x="0" y="9271293"/>
            <a:ext cx="18288000" cy="1014984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2B2B58-0977-41A0-A39D-1EA9004446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0457" y="9658470"/>
            <a:ext cx="2408389" cy="20116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E0288A-812D-45FC-966E-FC2EA7A3E0B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90" y="9501535"/>
            <a:ext cx="1377495" cy="384048"/>
          </a:xfrm>
          <a:prstGeom prst="rect">
            <a:avLst/>
          </a:prstGeom>
        </p:spPr>
      </p:pic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EFA19000-CEAD-45E3-8C65-5800E49E2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63059" y="9589777"/>
            <a:ext cx="359714" cy="33855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lang="en-US" sz="2200" spc="5" smtClean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marL="11552" algn="r">
              <a:spcBef>
                <a:spcPts val="109"/>
              </a:spcBef>
            </a:pPr>
            <a:fld id="{D77235B2-DCBF-403F-877F-ABA68C228CFD}" type="slidenum">
              <a:rPr lang="en-US" smtClean="0"/>
              <a:pPr marL="11552" algn="r">
                <a:spcBef>
                  <a:spcPts val="109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60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5F65B064-3932-4782-9AE9-830B569B5F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6153" y="2650434"/>
            <a:ext cx="16367760" cy="60744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D9920-80BD-4EA8-9875-290ADC57DF48}"/>
              </a:ext>
            </a:extLst>
          </p:cNvPr>
          <p:cNvSpPr/>
          <p:nvPr userDrawn="1"/>
        </p:nvSpPr>
        <p:spPr>
          <a:xfrm>
            <a:off x="0" y="9271293"/>
            <a:ext cx="18288000" cy="1014984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2B2B58-0977-41A0-A39D-1EA9004446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0457" y="9658470"/>
            <a:ext cx="2408389" cy="20116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E0288A-812D-45FC-966E-FC2EA7A3E0B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90" y="9501535"/>
            <a:ext cx="1377495" cy="38404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A08B6C7-EB3D-43AE-8C1C-AF8518123E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6153" y="8739067"/>
            <a:ext cx="16356620" cy="27241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&lt;insert short descriptor sentence to explain graph/ image here&gt;</a:t>
            </a:r>
          </a:p>
        </p:txBody>
      </p:sp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BD218B13-89C7-4AE6-8A20-E8B5B1197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63059" y="9589777"/>
            <a:ext cx="359714" cy="33855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lang="en-US" sz="2200" spc="5" smtClean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marL="11552" algn="r">
              <a:spcBef>
                <a:spcPts val="109"/>
              </a:spcBef>
            </a:pPr>
            <a:fld id="{D77235B2-DCBF-403F-877F-ABA68C228CFD}" type="slidenum">
              <a:rPr lang="en-US" smtClean="0"/>
              <a:pPr marL="11552" algn="r">
                <a:spcBef>
                  <a:spcPts val="109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725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731520" indent="-365760">
              <a:buSzPct val="65000"/>
              <a:buFont typeface="Courier New" panose="02070309020205020404" pitchFamily="49" charset="0"/>
              <a:buChar char="o"/>
              <a:defRPr/>
            </a:lvl3pPr>
            <a:lvl4pPr marL="1097280" indent="-365760">
              <a:buSzPct val="65000"/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7515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824F83-77FB-4E22-B969-0DDA2F1E697E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87F33AF8-BDB4-4F7F-9881-7D91BBDF4A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19" y="2832240"/>
            <a:ext cx="16374777" cy="2156038"/>
          </a:xfrm>
        </p:spPr>
        <p:txBody>
          <a:bodyPr anchor="ctr"/>
          <a:lstStyle>
            <a:lvl1pPr>
              <a:defRPr sz="9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65062BFC-377D-45BE-ACFC-FE4A67FEC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1258" y="9445716"/>
            <a:ext cx="3393639" cy="28346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674A2ADC-571E-487E-9996-8D3B1FFF63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83" y="952439"/>
            <a:ext cx="2951774" cy="82296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CE09F917-E675-4D67-A4DF-4E01D561216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6260" y="9215062"/>
            <a:ext cx="1005554" cy="658368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75AC5BB9-9806-4EEA-BC4F-F96836B1D93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39175" y="9386076"/>
            <a:ext cx="1417834" cy="420624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E53C062B-91B8-4D64-B42C-4556C9385ED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02743" y="9440783"/>
            <a:ext cx="1060704" cy="398402"/>
          </a:xfrm>
          <a:prstGeom prst="rect">
            <a:avLst/>
          </a:prstGeom>
        </p:spPr>
      </p:pic>
      <p:pic>
        <p:nvPicPr>
          <p:cNvPr id="57" name="Picture 56" descr="Logo&#10;&#10;Description automatically generated">
            <a:extLst>
              <a:ext uri="{FF2B5EF4-FFF2-40B4-BE49-F238E27FC236}">
                <a16:creationId xmlns:a16="http://schemas.microsoft.com/office/drawing/2014/main" id="{2F53FD61-CCA3-4ECA-AA42-C6EEB336C7E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2623" y="9236755"/>
            <a:ext cx="1067383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36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824F83-77FB-4E22-B969-0DDA2F1E697E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87F33AF8-BDB4-4F7F-9881-7D91BBDF4A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19" y="2832240"/>
            <a:ext cx="16374777" cy="2156038"/>
          </a:xfrm>
        </p:spPr>
        <p:txBody>
          <a:bodyPr anchor="ctr"/>
          <a:lstStyle>
            <a:lvl1pPr>
              <a:defRPr sz="9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90C2693-71CE-4D0C-8475-ABADDC5ADB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1258" y="9445716"/>
            <a:ext cx="3393639" cy="28346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D861809-64D8-4183-8144-8F6E3B3A41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046" y="9128823"/>
            <a:ext cx="2230229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7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824F83-77FB-4E22-B969-0DDA2F1E697E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87F33AF8-BDB4-4F7F-9881-7D91BBDF4A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19" y="3865910"/>
            <a:ext cx="16374777" cy="2156038"/>
          </a:xfrm>
        </p:spPr>
        <p:txBody>
          <a:bodyPr anchor="ctr"/>
          <a:lstStyle>
            <a:lvl1pPr>
              <a:defRPr sz="9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Appendices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D861809-64D8-4183-8144-8F6E3B3A41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790" y="952433"/>
            <a:ext cx="1705469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894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0120" y="816945"/>
            <a:ext cx="16367760" cy="10972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20" y="2647211"/>
            <a:ext cx="16367760" cy="60574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E10A4E9A-C94B-4008-9773-EBC50182A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63059" y="9589777"/>
            <a:ext cx="359714" cy="33855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lang="en-US" sz="2200" spc="5" smtClean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marL="11552" algn="r">
              <a:spcBef>
                <a:spcPts val="109"/>
              </a:spcBef>
            </a:pPr>
            <a:fld id="{D77235B2-DCBF-403F-877F-ABA68C228CFD}" type="slidenum">
              <a:rPr lang="en-US" smtClean="0"/>
              <a:pPr marL="11552" algn="r">
                <a:spcBef>
                  <a:spcPts val="109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8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84" r:id="rId3"/>
    <p:sldLayoutId id="2147483685" r:id="rId4"/>
    <p:sldLayoutId id="2147483662" r:id="rId5"/>
    <p:sldLayoutId id="2147483675" r:id="rId6"/>
    <p:sldLayoutId id="2147483676" r:id="rId7"/>
    <p:sldLayoutId id="2147483677" r:id="rId8"/>
    <p:sldLayoutId id="2147483678" r:id="rId9"/>
    <p:sldLayoutId id="2147483674" r:id="rId10"/>
    <p:sldLayoutId id="2147483682" r:id="rId11"/>
    <p:sldLayoutId id="2147483680" r:id="rId12"/>
    <p:sldLayoutId id="2147483686" r:id="rId13"/>
    <p:sldLayoutId id="2147483687" r:id="rId14"/>
    <p:sldLayoutId id="2147483694" r:id="rId15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3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100000"/>
        </a:lnSpc>
        <a:spcBef>
          <a:spcPts val="1600"/>
        </a:spcBef>
        <a:buClr>
          <a:schemeClr val="accent3"/>
        </a:buClr>
        <a:buFontTx/>
        <a:buNone/>
        <a:defRPr sz="2600" kern="1200">
          <a:solidFill>
            <a:schemeClr val="tx2"/>
          </a:solidFill>
          <a:latin typeface="+mn-lt"/>
          <a:ea typeface="+mn-ea"/>
          <a:cs typeface="+mn-cs"/>
        </a:defRPr>
      </a:lvl1pPr>
      <a:lvl2pPr marL="365760" indent="-365760" algn="l" defTabSz="1371600" rtl="0" eaLnBrk="1" latinLnBrk="0" hangingPunct="1">
        <a:lnSpc>
          <a:spcPct val="100000"/>
        </a:lnSpc>
        <a:spcBef>
          <a:spcPts val="1600"/>
        </a:spcBef>
        <a:buClr>
          <a:schemeClr val="accent3"/>
        </a:buClr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731520" indent="-365760" algn="l" defTabSz="1371600" rtl="0" eaLnBrk="1" latinLnBrk="0" hangingPunct="1">
        <a:lnSpc>
          <a:spcPct val="100000"/>
        </a:lnSpc>
        <a:spcBef>
          <a:spcPts val="1200"/>
        </a:spcBef>
        <a:buClr>
          <a:schemeClr val="accent3"/>
        </a:buClr>
        <a:buFont typeface="Courier New" panose="02070309020205020404" pitchFamily="49" charset="0"/>
        <a:buChar char="o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365760" algn="l" defTabSz="1371600" rtl="0" eaLnBrk="1" latinLnBrk="0" hangingPunct="1">
        <a:lnSpc>
          <a:spcPct val="100000"/>
        </a:lnSpc>
        <a:spcBef>
          <a:spcPts val="1200"/>
        </a:spcBef>
        <a:buClr>
          <a:schemeClr val="accent3"/>
        </a:buClr>
        <a:buFont typeface="Courier New" panose="02070309020205020404" pitchFamily="49" charset="0"/>
        <a:buChar char="o"/>
        <a:defRPr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  <p15:guide id="3" pos="601" userDrawn="1">
          <p15:clr>
            <a:srgbClr val="F26B43"/>
          </p15:clr>
        </p15:guide>
        <p15:guide id="4" pos="10919" userDrawn="1">
          <p15:clr>
            <a:srgbClr val="F26B43"/>
          </p15:clr>
        </p15:guide>
        <p15:guide id="5" orient="horz" pos="509" userDrawn="1">
          <p15:clr>
            <a:srgbClr val="F26B43"/>
          </p15:clr>
        </p15:guide>
        <p15:guide id="6" orient="horz" pos="1208" userDrawn="1">
          <p15:clr>
            <a:srgbClr val="F26B43"/>
          </p15:clr>
        </p15:guide>
        <p15:guide id="7" orient="horz" pos="1656" userDrawn="1">
          <p15:clr>
            <a:srgbClr val="F26B43"/>
          </p15:clr>
        </p15:guide>
        <p15:guide id="8" orient="horz" pos="5496" userDrawn="1">
          <p15:clr>
            <a:srgbClr val="F26B43"/>
          </p15:clr>
        </p15:guide>
        <p15:guide id="9" pos="5493" userDrawn="1">
          <p15:clr>
            <a:srgbClr val="F26B43"/>
          </p15:clr>
        </p15:guide>
        <p15:guide id="10" pos="6027" userDrawn="1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Incentivised Milestones – Programme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916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95959"/>
                </a:solidFill>
                <a:latin typeface="Arial"/>
              </a:rPr>
              <a:t>Target vs. current forecast finish — Period 05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267712"/>
            <a:ext cx="146304" cy="146304"/>
          </a:xfrm>
          <a:prstGeom prst="ellipse">
            <a:avLst/>
          </a:prstGeom>
          <a:solidFill>
            <a:srgbClr val="00F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97864" y="22402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Complete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2267712"/>
            <a:ext cx="146304" cy="146304"/>
          </a:xfrm>
          <a:prstGeom prst="ellipse">
            <a:avLst/>
          </a:prstGeom>
          <a:solidFill>
            <a:srgbClr val="3D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9464" y="22402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Forecast on target</a:t>
            </a:r>
          </a:p>
        </p:txBody>
      </p:sp>
      <p:sp>
        <p:nvSpPr>
          <p:cNvPr id="8" name="Oval 7"/>
          <p:cNvSpPr/>
          <p:nvPr/>
        </p:nvSpPr>
        <p:spPr>
          <a:xfrm>
            <a:off x="4526280" y="2267712"/>
            <a:ext cx="146304" cy="146304"/>
          </a:xfrm>
          <a:prstGeom prst="ellipse">
            <a:avLst/>
          </a:prstGeom>
          <a:solidFill>
            <a:srgbClr val="B32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4024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Behind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32D1E"/>
                </a:solidFill>
                <a:latin typeface="Arial"/>
              </a:rPr>
              <a:t>+5d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22402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later than target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240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7C61"/>
                </a:solidFill>
                <a:latin typeface="Arial"/>
              </a:rPr>
              <a:t>-5d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240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ahead of target 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720" y="5257800"/>
            <a:ext cx="15910560" cy="0"/>
          </a:xfrm>
          <a:prstGeom prst="line">
            <a:avLst/>
          </a:prstGeom>
          <a:ln w="28575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96696" y="5065776"/>
            <a:ext cx="384048" cy="384048"/>
          </a:xfrm>
          <a:prstGeom prst="ellipse">
            <a:avLst/>
          </a:prstGeom>
          <a:solidFill>
            <a:srgbClr val="00F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506577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720" y="4745736"/>
            <a:ext cx="0" cy="320040"/>
          </a:xfrm>
          <a:prstGeom prst="line">
            <a:avLst/>
          </a:prstGeom>
          <a:ln w="15875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332841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Arial"/>
              </a:rPr>
              <a:t>EIS H - Entry into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9534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Target &amp; P05: 26 May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3308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0F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62626"/>
                </a:solidFill>
                <a:latin typeface="Arial"/>
              </a:rPr>
              <a:t>Complete</a:t>
            </a:r>
          </a:p>
        </p:txBody>
      </p:sp>
      <p:sp>
        <p:nvSpPr>
          <p:cNvPr id="21" name="Oval 20"/>
          <p:cNvSpPr/>
          <p:nvPr/>
        </p:nvSpPr>
        <p:spPr>
          <a:xfrm>
            <a:off x="3269633" y="5065776"/>
            <a:ext cx="384048" cy="384048"/>
          </a:xfrm>
          <a:prstGeom prst="ellipse">
            <a:avLst/>
          </a:prstGeom>
          <a:solidFill>
            <a:srgbClr val="00F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9633" y="506577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61657" y="5449824"/>
            <a:ext cx="0" cy="320040"/>
          </a:xfrm>
          <a:prstGeom prst="line">
            <a:avLst/>
          </a:prstGeom>
          <a:ln w="15875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18657" y="5769864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Arial"/>
              </a:rPr>
              <a:t>EIS N W4 Finish 28d Blockade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8657" y="633679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Target &amp; P05: 27 Jun 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30137" y="657453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0F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62626"/>
                </a:solidFill>
                <a:latin typeface="Arial"/>
              </a:rPr>
              <a:t>Complete</a:t>
            </a:r>
          </a:p>
        </p:txBody>
      </p:sp>
      <p:sp>
        <p:nvSpPr>
          <p:cNvPr id="27" name="Oval 26"/>
          <p:cNvSpPr/>
          <p:nvPr/>
        </p:nvSpPr>
        <p:spPr>
          <a:xfrm>
            <a:off x="5542570" y="5065776"/>
            <a:ext cx="384048" cy="384048"/>
          </a:xfrm>
          <a:prstGeom prst="ellipse">
            <a:avLst/>
          </a:prstGeom>
          <a:solidFill>
            <a:srgbClr val="3D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2570" y="506577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34594" y="4745736"/>
            <a:ext cx="0" cy="320040"/>
          </a:xfrm>
          <a:prstGeom prst="line">
            <a:avLst/>
          </a:prstGeom>
          <a:ln w="15875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91594" y="332841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Arial"/>
              </a:rPr>
              <a:t>Gledholt 16-day Blockade 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1594" y="389534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Target &amp; P05: 05 Oct 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03074" y="413308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02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Forecast On Target</a:t>
            </a:r>
          </a:p>
        </p:txBody>
      </p:sp>
      <p:sp>
        <p:nvSpPr>
          <p:cNvPr id="33" name="Oval 32"/>
          <p:cNvSpPr/>
          <p:nvPr/>
        </p:nvSpPr>
        <p:spPr>
          <a:xfrm>
            <a:off x="7815507" y="5065776"/>
            <a:ext cx="384048" cy="384048"/>
          </a:xfrm>
          <a:prstGeom prst="ellipse">
            <a:avLst/>
          </a:prstGeom>
          <a:solidFill>
            <a:srgbClr val="3D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5507" y="506577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07531" y="5449824"/>
            <a:ext cx="0" cy="320040"/>
          </a:xfrm>
          <a:prstGeom prst="line">
            <a:avLst/>
          </a:prstGeom>
          <a:ln w="15875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64531" y="5769864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Arial"/>
              </a:rPr>
              <a:t>RBA/2 Baker Viaduct Complete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4531" y="633679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Target &amp; P05: 21 Jan 2027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76011" y="657453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02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Forecast On Target</a:t>
            </a:r>
          </a:p>
        </p:txBody>
      </p:sp>
      <p:sp>
        <p:nvSpPr>
          <p:cNvPr id="39" name="Oval 38"/>
          <p:cNvSpPr/>
          <p:nvPr/>
        </p:nvSpPr>
        <p:spPr>
          <a:xfrm>
            <a:off x="10088444" y="5065776"/>
            <a:ext cx="384048" cy="384048"/>
          </a:xfrm>
          <a:prstGeom prst="ellipse">
            <a:avLst/>
          </a:prstGeom>
          <a:solidFill>
            <a:srgbClr val="3D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88444" y="506577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280468" y="4745736"/>
            <a:ext cx="0" cy="320040"/>
          </a:xfrm>
          <a:prstGeom prst="line">
            <a:avLst/>
          </a:prstGeom>
          <a:ln w="15875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37468" y="332841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Arial"/>
              </a:rPr>
              <a:t>EIS K - Entry into Service – Huddersfield Station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7468" y="389534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Target &amp; P05: 01 Feb 2027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48948" y="413308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02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Forecast On Target</a:t>
            </a:r>
          </a:p>
        </p:txBody>
      </p:sp>
      <p:sp>
        <p:nvSpPr>
          <p:cNvPr id="45" name="Oval 44"/>
          <p:cNvSpPr/>
          <p:nvPr/>
        </p:nvSpPr>
        <p:spPr>
          <a:xfrm>
            <a:off x="12361381" y="5065776"/>
            <a:ext cx="384048" cy="384048"/>
          </a:xfrm>
          <a:prstGeom prst="ellipse">
            <a:avLst/>
          </a:prstGeom>
          <a:solidFill>
            <a:srgbClr val="3D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61381" y="506577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2553405" y="5449824"/>
            <a:ext cx="0" cy="320040"/>
          </a:xfrm>
          <a:prstGeom prst="line">
            <a:avLst/>
          </a:prstGeom>
          <a:ln w="15875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410405" y="5769864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Arial"/>
              </a:rPr>
              <a:t>EIS J – Entry into Service - Deighton Station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10405" y="633679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Target &amp; P05: 01 Feb 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821885" y="657453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02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Forecast On Target</a:t>
            </a:r>
          </a:p>
        </p:txBody>
      </p:sp>
      <p:sp>
        <p:nvSpPr>
          <p:cNvPr id="51" name="Oval 50"/>
          <p:cNvSpPr/>
          <p:nvPr/>
        </p:nvSpPr>
        <p:spPr>
          <a:xfrm>
            <a:off x="14634318" y="5065776"/>
            <a:ext cx="384048" cy="384048"/>
          </a:xfrm>
          <a:prstGeom prst="ellipse">
            <a:avLst/>
          </a:prstGeom>
          <a:solidFill>
            <a:srgbClr val="3D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634318" y="506577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4826342" y="4745736"/>
            <a:ext cx="0" cy="320040"/>
          </a:xfrm>
          <a:prstGeom prst="line">
            <a:avLst/>
          </a:prstGeom>
          <a:ln w="15875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3683342" y="332841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Arial"/>
              </a:rPr>
              <a:t>EIS N4 - W3A: Area 2 and 3 Civils Works Complete for fast lines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683342" y="389534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Target: 21 Feb 2027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683342" y="40965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1"/>
                </a:solidFill>
                <a:latin typeface="Arial"/>
              </a:rPr>
              <a:t>P05 Finish: 29 Jan 2027 (-23d)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094822" y="433425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02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Forecast On Target</a:t>
            </a:r>
          </a:p>
        </p:txBody>
      </p:sp>
      <p:sp>
        <p:nvSpPr>
          <p:cNvPr id="58" name="Oval 57"/>
          <p:cNvSpPr/>
          <p:nvPr/>
        </p:nvSpPr>
        <p:spPr>
          <a:xfrm>
            <a:off x="16907256" y="5065776"/>
            <a:ext cx="384048" cy="384048"/>
          </a:xfrm>
          <a:prstGeom prst="ellipse">
            <a:avLst/>
          </a:prstGeom>
          <a:solidFill>
            <a:srgbClr val="3D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907256" y="506577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7099280" y="5449824"/>
            <a:ext cx="0" cy="320040"/>
          </a:xfrm>
          <a:prstGeom prst="line">
            <a:avLst/>
          </a:prstGeom>
          <a:ln w="15875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5636240" y="5769864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Arial"/>
              </a:rPr>
              <a:t>EIS L7 - Thornhill Bridge Complete and Ready for EIS L Blockade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636240" y="633679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Target &amp; P05: 28 Mar 2027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367759" y="657453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02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Forecast On 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" y="74523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66F"/>
                </a:solidFill>
                <a:latin typeface="Arial"/>
              </a:rPr>
              <a:t>Commentary — Period 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" y="7699248"/>
            <a:ext cx="16367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4 · RBA/2 Baker Viaduct Complete — 5-day movement recovered in period; forecast finish pulled back from 26 Jan 2027 (P04) to the 21 Jan 2027 incentivised target, clearing the Behind Target status reported last period.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" y="7936992"/>
            <a:ext cx="16367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rial"/>
              </a:rPr>
              <a:t>No entries were recorded in the tracker's Variance Comments column this period; the note above is derived from the Period Movement and finish-date columns.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" y="8732520"/>
            <a:ext cx="16367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Milestones ordered chronologically by incentivised target date; spacing is not to scale. Source: Incentivised Milestones tracker (Period 05).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7">
      <a:dk1>
        <a:srgbClr val="000000"/>
      </a:dk1>
      <a:lt1>
        <a:sysClr val="window" lastClr="FFFFFF"/>
      </a:lt1>
      <a:dk2>
        <a:srgbClr val="262626"/>
      </a:dk2>
      <a:lt2>
        <a:srgbClr val="E7E6E6"/>
      </a:lt2>
      <a:accent1>
        <a:srgbClr val="00266F"/>
      </a:accent1>
      <a:accent2>
        <a:srgbClr val="3D2CFF"/>
      </a:accent2>
      <a:accent3>
        <a:srgbClr val="00F0A2"/>
      </a:accent3>
      <a:accent4>
        <a:srgbClr val="FFFFFF"/>
      </a:accent4>
      <a:accent5>
        <a:srgbClr val="262626"/>
      </a:accent5>
      <a:accent6>
        <a:srgbClr val="70AD47"/>
      </a:accent6>
      <a:hlink>
        <a:srgbClr val="3D2CFF"/>
      </a:hlink>
      <a:folHlink>
        <a:srgbClr val="3D2CFF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</TotalTime>
  <Words>792</Words>
  <Application>Microsoft Office PowerPoint</Application>
  <PresentationFormat>Custom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Instructions for use</vt:lpstr>
      <vt:lpstr>Presentation title positioned here</vt:lpstr>
      <vt:lpstr>Presentation title  positioned here</vt:lpstr>
      <vt:lpstr>Contents</vt:lpstr>
      <vt:lpstr>Contents</vt:lpstr>
      <vt:lpstr>Longer title can be positioned here and  below can sit column of text or bullet points</vt:lpstr>
      <vt:lpstr>Longer title can be positioned here and  below can sit column of text or bullet points</vt:lpstr>
      <vt:lpstr>Longer title can be positioned here and  below can sit column of text or bullet points</vt:lpstr>
      <vt:lpstr>S-Curve for Signals Point Assets</vt:lpstr>
      <vt:lpstr>S-Curve for Signals Point Assets</vt:lpstr>
      <vt:lpstr>Breakdown by Asset Type</vt:lpstr>
      <vt:lpstr>Title and image to be positioned here Can accommodate two lines of text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 Kumar Balakrishnan (Tag IN)</dc:creator>
  <cp:lastModifiedBy>Paul Butler</cp:lastModifiedBy>
  <cp:revision>194</cp:revision>
  <dcterms:created xsi:type="dcterms:W3CDTF">2022-05-20T06:33:34Z</dcterms:created>
  <dcterms:modified xsi:type="dcterms:W3CDTF">2024-12-06T16:23:52Z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d258917-277f-42cd-a3cd-14c4e9ee58bc_Enabled">
    <vt:lpwstr>true</vt:lpwstr>
  </property>
  <property fmtid="{D5CDD505-2E9C-101B-9397-08002B2CF9AE}" pid="3" name="MSIP_Label_9d258917-277f-42cd-a3cd-14c4e9ee58bc_SetDate">
    <vt:lpwstr>2022-09-13T08:30:59Z</vt:lpwstr>
  </property>
  <property fmtid="{D5CDD505-2E9C-101B-9397-08002B2CF9AE}" pid="4" name="MSIP_Label_9d258917-277f-42cd-a3cd-14c4e9ee58bc_Method">
    <vt:lpwstr>Standard</vt:lpwstr>
  </property>
  <property fmtid="{D5CDD505-2E9C-101B-9397-08002B2CF9AE}" pid="5" name="MSIP_Label_9d258917-277f-42cd-a3cd-14c4e9ee58bc_Name">
    <vt:lpwstr>restricted</vt:lpwstr>
  </property>
  <property fmtid="{D5CDD505-2E9C-101B-9397-08002B2CF9AE}" pid="6" name="MSIP_Label_9d258917-277f-42cd-a3cd-14c4e9ee58bc_SiteId">
    <vt:lpwstr>38ae3bcd-9579-4fd4-adda-b42e1495d55a</vt:lpwstr>
  </property>
  <property fmtid="{D5CDD505-2E9C-101B-9397-08002B2CF9AE}" pid="7" name="MSIP_Label_9d258917-277f-42cd-a3cd-14c4e9ee58bc_ActionId">
    <vt:lpwstr>cff1a2c8-733b-44a5-851c-dcdda85ee4ad</vt:lpwstr>
  </property>
  <property fmtid="{D5CDD505-2E9C-101B-9397-08002B2CF9AE}" pid="8" name="MSIP_Label_9d258917-277f-42cd-a3cd-14c4e9ee58bc_ContentBits">
    <vt:lpwstr>0</vt:lpwstr>
  </property>
  <property fmtid="{D5CDD505-2E9C-101B-9397-08002B2CF9AE}" pid="9" name="Document_Confidentiality">
    <vt:lpwstr>Restricted</vt:lpwstr>
  </property>
</Properties>
</file>